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64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134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itle sli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899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 · OVERVIEW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08990" y="78638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4213D"/>
                </a:solidFill>
                <a:latin typeface="Arial" pitchFamily="34" charset="0"/>
                <a:cs typeface="Arial" pitchFamily="34" charset="-120"/>
              </a:rPr>
              <a:t>Research paper comparison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08990" y="46451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Detecting Data Leakage in Cloud Storage · Seminar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074152" y="46451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990" y="2176272"/>
          <a:ext cx="7927848" cy="221284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result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 to our project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Harahap &amp; Hasibuan (2025), JISI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B44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Kaggle cloud-storage logs: 49,498 events, 9 attributes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B44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 tree (depth 3); no imbalance handling; one 80:20 split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 0.708, leakage recall 0.315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baseline: barely beats always “normal” (0.690)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Apicella et al. (2025), AI Review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B44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Survey, no dataset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B44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Taxonomy of ML data leakage: data, preprocessing, split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Checklist of safe practices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to design our leakage-safe pipeline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Hakim et al. (2025), IEEE Access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B44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ATT&amp;CK tactics from threat reports; 93:7 imbalance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B44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RF, SVM, LR, XGBoost, NB; SMOTE+ENN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RF best, CV accuracy &gt; 0.99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Resampling before CV may inflate scores; motivates imbalance handling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Komka et al. (2026), NJESTI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B44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 v6.2 + 4 injected cloud attacks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3B44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Isolation Forest, One-Class SVM; Splunk dashboards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weighted F1 0.92; OCSVM 0.81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threat (cloud insiders); injected attacks make scores optimistic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899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 · OVERVIEW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08990" y="78638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did vs the paper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08990" y="46451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Detecting Data Leakage in Cloud Storage · Seminar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074152" y="46451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990" y="1417320"/>
          <a:ext cx="7927848" cy="91440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58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Harahap &amp; Hasibuan (2025)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work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4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 tree (entropy, maximum depth 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Tuned decision tree; XGBoost gained only +0.013 PR-AUC, so we kept the readable tree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4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Nine attributes, one-hot encoded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nine plus external destination and hour (+0.122 PR-AUC)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 imbalance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4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addressed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resampling in the final model: class weights, SMOTEN and random over- and under-sampling all scored at or below the plain tree; the alert threshold handles the imbalance instead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 threshold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4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 0.5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θ* = 0.416: the most precise threshold that still catches at least 80% of leaks, set on training data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4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 and recall reported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Stratified 80:20 split before any fitting, leakage-safe 5-fold CV, one final 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Explanation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4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tree only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rule behind every alert, plus attribute importance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pro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base artic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at we fou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r metho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provemen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sults on the test s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price: more aler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xplaining each ale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imits and next step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373</Words>
  <Application>Microsoft Office PowerPoint</Application>
  <PresentationFormat>On-screen Show (16:9)</PresentationFormat>
  <Paragraphs>65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Detecting Data Leakage in Cloud Storage · Seminar</dc:title>
  <dc:subject>PptxGenJS Presentation</dc:subject>
  <dc:creator>PptxGenJS</dc:creator>
  <cp:lastModifiedBy>bayan awad</cp:lastModifiedBy>
  <cp:revision>2</cp:revision>
  <dcterms:created xsi:type="dcterms:W3CDTF">2026-10-27T07:18:22Z</dcterms:created>
  <dcterms:modified xsi:type="dcterms:W3CDTF">2026-10-28T13:49:21Z</dcterms:modified>
</cp:coreProperties>
</file>